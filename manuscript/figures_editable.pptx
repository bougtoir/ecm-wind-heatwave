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Fig.1 Deployment &amp; transects</a:t>
            </a:r>
          </a:p>
        </p:txBody>
      </p:sp>
      <p:pic>
        <p:nvPicPr>
          <p:cNvPr id="4" name="Picture 3" descr="fig1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69022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Fig.2 MFC climatology &amp; transect fluxes</a:t>
            </a:r>
          </a:p>
        </p:txBody>
      </p:sp>
      <p:pic>
        <p:nvPicPr>
          <p:cNvPr id="4" name="Picture 3" descr="fig2_mois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Fig.3 Heatwave climatology</a:t>
            </a:r>
          </a:p>
        </p:txBody>
      </p:sp>
      <p:pic>
        <p:nvPicPr>
          <p:cNvPr id="4" name="Picture 3" descr="fig3_heat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Fig.4 Regional panel coefficients</a:t>
            </a:r>
          </a:p>
        </p:txBody>
      </p:sp>
      <p:pic>
        <p:nvPicPr>
          <p:cNvPr id="4" name="Picture 3" descr="fig4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051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Fig.5 Analog-matched effects</a:t>
            </a:r>
          </a:p>
        </p:txBody>
      </p:sp>
      <p:pic>
        <p:nvPicPr>
          <p:cNvPr id="4" name="Picture 3" descr="fig5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051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Fig.6 Deployment event study</a:t>
            </a:r>
          </a:p>
        </p:txBody>
      </p:sp>
      <p:pic>
        <p:nvPicPr>
          <p:cNvPr id="4" name="Picture 3" descr="fig6_event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7881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Fig.7 Falsification battery</a:t>
            </a:r>
          </a:p>
        </p:txBody>
      </p:sp>
      <p:pic>
        <p:nvPicPr>
          <p:cNvPr id="4" name="Picture 3" descr="fig7_fal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232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Fig.8 WERR per country</a:t>
            </a:r>
          </a:p>
        </p:txBody>
      </p:sp>
      <p:pic>
        <p:nvPicPr>
          <p:cNvPr id="4" name="Picture 3" descr="fig8_we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4304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